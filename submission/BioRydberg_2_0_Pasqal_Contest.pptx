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bda87be6714f27" /><Relationship Type="http://schemas.openxmlformats.org/officeDocument/2006/relationships/extended-properties" Target="/docProps/app.xml" Id="Rf180e68be2ab42bb" /><Relationship Type="http://schemas.openxmlformats.org/officeDocument/2006/relationships/officeDocument" Target="/ppt/presentation.xml" Id="R9faa7a9a575d47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b97e5a03884b22"/>
  </p:sldMasterIdLst>
  <p:notesMasterIdLst>
    <p:notesMasterId xmlns:r="http://schemas.openxmlformats.org/officeDocument/2006/relationships" r:id="R70938b94af4e40b9"/>
  </p:notesMasterIdLst>
  <p:sldIdLst>
    <p:sldId xmlns:r="http://schemas.openxmlformats.org/officeDocument/2006/relationships" id="256" r:id="R25b14b60f9934592"/>
    <p:sldId xmlns:r="http://schemas.openxmlformats.org/officeDocument/2006/relationships" id="257" r:id="R6a46c0f22b594a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9d01a4de0f4b72" /><Relationship Type="http://schemas.openxmlformats.org/officeDocument/2006/relationships/slideMaster" Target="/ppt/slideMasters/slideMaster1.xml" Id="R47b97e5a03884b22" /><Relationship Type="http://schemas.openxmlformats.org/officeDocument/2006/relationships/notesMaster" Target="/ppt/notesMasters/notesMaster1.xml" Id="R70938b94af4e40b9" /><Relationship Type="http://schemas.openxmlformats.org/officeDocument/2006/relationships/presProps" Target="/ppt/presProps.xml" Id="R4c0925f8ae0246c0" /><Relationship Type="http://schemas.openxmlformats.org/officeDocument/2006/relationships/tableStyles" Target="/ppt/tableStyles.xml" Id="Re0021439a6064207" /><Relationship Type="http://schemas.openxmlformats.org/officeDocument/2006/relationships/slide" Target="/ppt/slides/slide1.xml" Id="R25b14b60f9934592" /><Relationship Type="http://schemas.openxmlformats.org/officeDocument/2006/relationships/slide" Target="/ppt/slides/slide2.xml" Id="R6a46c0f22b594a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ffe7ce012c46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26a3a56ded4af7" /><Relationship Type="http://schemas.openxmlformats.org/officeDocument/2006/relationships/notesMaster" Target="/ppt/notesMasters/notesMaster1.xml" Id="Rf91fd1e8f85041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25f4f0a2946ba" /><Relationship Type="http://schemas.openxmlformats.org/officeDocument/2006/relationships/notesMaster" Target="/ppt/notesMasters/notesMaster1.xml" Id="R523c59ec118c45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results/study_summary.json and results/tables/study_metrics.csv, generated with QoolQit 1.4.0. Official model and SDK documentation: https://docs.pasqal.com/qoolqit/. Contest requirements: https://www.pasqal.com/resources/the-qoolqit-contest-is-live/.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Development observations are from the repository's executed experiments and tests. API reference and execution model: https://docs.pasqal.com/qoolqit/. Official source: https://github.com/pasqal-io/qoolqit.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d948514b344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fc460dd69c4720" /><Relationship Type="http://schemas.openxmlformats.org/officeDocument/2006/relationships/slideLayout" Target="/ppt/slideLayouts/slideLayout1.xml" Id="R9b0520e307c449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0520e307c449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031a212cd4f02" /><Relationship Type="http://schemas.openxmlformats.org/officeDocument/2006/relationships/chart" Target="/ppt/slides/charts/chart1.xml" Id="Raf013535b63141d0" /><Relationship Type="http://schemas.openxmlformats.org/officeDocument/2006/relationships/image" Target="/ppt/media/image.png" Id="R9b0b19eb98ae456b" /><Relationship Type="http://schemas.openxmlformats.org/officeDocument/2006/relationships/notesSlide" Target="/ppt/notesSlides/notesSlide1.xml" Id="R14a148c235ea47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826870ee74df4" /><Relationship Type="http://schemas.openxmlformats.org/officeDocument/2006/relationships/notesSlide" Target="/ppt/notesSlides/notesSlide2.xml" Id="R63311b92f55c4f5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Held-out RMSE</c:v>
          </c:tx>
          <c:spPr>
            <a:solidFill xmlns:a="http://schemas.openxmlformats.org/drawingml/2006/main">
              <a:srgbClr val="9B7B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4D6E5"/>
              </a:solidFill>
            </c:spPr>
          </c:dPt>
          <c:cat>
            <c:strLit>
              <c:ptCount val="2"/>
              <c:pt idx="0">
                <c:v>Baseline</c:v>
              </c:pt>
              <c:pt idx="1">
                <c:v>Optimized</c:v>
              </c:pt>
            </c:strLit>
          </c:cat>
          <c:val>
            <c:numLit>
              <c:formatCode>0.000</c:formatCode>
              <c:ptCount val="2"/>
              <c:pt idx="0">
                <c:v>0.2649695155</c:v>
              </c:pt>
              <c:pt idx="1">
                <c:v>0.2328829012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7FAF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42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71425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233EA-B1BB-43CD-9646-6EB608B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BioRydberg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6F863-CB65-4830-AE53-C5717FB0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D6E5"/>
                </a:solidFill>
                <a:latin typeface="Arial"/>
                <a:ea typeface="Arial"/>
                <a:cs typeface="Arial"/>
              </a:rPr>
              <a:t>Geometry-Aware Quantum Transport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824E8-7F34-403D-8A1F-56E59F2B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8EA4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EA4BA"/>
                </a:solidFill>
                <a:latin typeface="Arial"/>
                <a:ea typeface="Arial"/>
                <a:cs typeface="Arial"/>
              </a:rPr>
              <a:t>Syed Marjan Ghazi  •  Pasqal QoolQit Contest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FA5AE-DB87-4331-B635-B9CAFB7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5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A1692-DC79-4FD4-BA39-BA098267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B7BFF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DF2A3-73D7-4DE5-BB15-53828479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60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Can bounded atom geometry and laser controls improve a neutral-atom spatial pattern match to a three-site coherent transport reference?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8BEEB-6C93-486E-BA8A-84C900DD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B7B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F99B1-D2CD-46E1-A203-7B4085D7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3429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Biological matrix exponential</a:t>
            </a:r>
          </a:p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Coupling-informed 2D register</a:t>
            </a:r>
          </a:p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QoolQit compile + LocalEmulator</a:t>
            </a:r>
          </a:p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Two-seed bounded differential evolution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52450" y="4429125"/>
          <a:ext xmlns:a="http://schemas.openxmlformats.org/drawingml/2006/main" cx="3476625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013535b63141d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46D53-8395-44D0-988D-5DB98241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293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5D6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5D6A0"/>
                </a:solidFill>
                <a:latin typeface="Arial"/>
                <a:ea typeface="Arial"/>
                <a:cs typeface="Arial"/>
              </a:rPr>
              <a:t>12.1% lower held-out RMSE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b19eb98ae456b"/>
          <a:stretch xmlns:a="http://schemas.openxmlformats.org/drawingml/2006/main"/>
        </p:blipFill>
        <p:spPr>
          <a:xfrm xmlns:a="http://schemas.openxmlformats.org/drawingml/2006/main">
            <a:off x="4343400" y="2003206"/>
            <a:ext cx="7296150" cy="2908739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DF764-13A5-4B41-A953-477A2724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1497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D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D6E5"/>
                </a:solidFill>
                <a:latin typeface="Arial"/>
                <a:ea typeface="Arial"/>
                <a:cs typeface="Arial"/>
              </a:rPr>
              <a:t>Result: RMSE 0.2650 → 0.2329 on odd time samples excluded from 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96C16-1430-46FC-AF7E-E408213F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Interpretation: improved normalized site-distribution similarity only. The biological hopping and driven Rydberg Hamiltonians remain physically distinct.</a:t>
            </a:r>
          </a:p>
        </p:txBody>
      </p:sp>
    </p:spTree>
    <p:extLst>
      <p:ext uri="{BB962C8B-B14F-4D97-AF65-F5344CB8AC3E}">
        <p14:creationId xmlns:p14="http://schemas.microsoft.com/office/powerpoint/2010/main" val="1548758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415BF4-B8B5-4990-9D65-3DA610A7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Experience with QoolQit 1.4.0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E4312-1F8E-4E8C-A935-28DE8B41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4D6E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D6E5"/>
                </a:solidFill>
                <a:latin typeface="Arial"/>
                <a:ea typeface="Arial"/>
                <a:cs typeface="Arial"/>
              </a:rPr>
              <a:t>Local, credential-free execution on Python 3.12.9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CB44E-F9E5-4335-B2BE-BB4915CA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E54DF-863F-4F59-9687-8DBF483F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4668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18F96-5C33-4A84-A952-500098B1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D6E5"/>
                </a:solidFill>
                <a:latin typeface="Arial"/>
                <a:ea typeface="Arial"/>
                <a:cs typeface="Arial"/>
              </a:rPr>
              <a:t>What worked well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00EBA-B2B9-4BE5-861B-6445CAE7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6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5DA13-67D8-43D4-9FC8-D4071CB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Dimensionless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CE9C3-E110-4A0A-A40D-0E451FDC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Register geometry, drive amplitude, detuning, and duration stayed readable before hardware compilation.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BE7C5-F1FD-4EAB-A6FA-9A71F784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Composable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11EF6-9A07-4A07-BDF4-DD057CB8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Register + Drive + QuantumProgram + AnalogDevice + LocalEmulator formed a clear reproducible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7FF66-8E6C-4039-9B70-148673AF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Useful observables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BB7C5-2053-4660-9ADD-151FCBE6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Site occupations, stored evaluation times, and the register interaction matrix supported direct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FDABE-09D9-4971-B70C-59119647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DBD10-1A9C-4A96-8FCD-BDACA4C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3552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D6A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5D6A0"/>
                </a:solidFill>
                <a:latin typeface="Arial"/>
                <a:ea typeface="Arial"/>
                <a:cs typeface="Arial"/>
              </a:rPr>
              <a:t>10 automated tests passed, including a compiled local-emulator run.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1092A-C952-4038-BCE2-EFFAE5C8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097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B7BFF"/>
                </a:solidFill>
                <a:latin typeface="Arial"/>
                <a:ea typeface="Arial"/>
                <a:cs typeface="Arial"/>
              </a:rPr>
              <a:t>Challenges and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0B1F-8AA3-462F-AE12-8860FFAC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669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2D670-D3F9-460A-9870-0B06D3F4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57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Initial-state examples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EC854-F576-4A15-B6BB-3BFC2234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43150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A localized Rydberg initial state materially changes this use case. More QoolQit examples would make that capability easier to discover.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5B50E-E793-4779-9D07-7EF3490E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0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Sweep ergonomics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375C0-4AAB-4819-8406-2329DD94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86150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Compilation and emulation were fast after import, but batch execution, caching, and progress telemetry would simplify optimization studies.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E8B2F2-643B-42E6-A20A-28DD6A01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43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Result extraction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EE43F-780E-4040-AC82-2A930967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29150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7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7E8"/>
                </a:solidFill>
                <a:latin typeface="Arial"/>
                <a:ea typeface="Arial"/>
                <a:cs typeface="Arial"/>
              </a:rPr>
              <a:t>Using QoolQit’s stored result times avoided exact floating-point lookup failures. A documented array-first extraction pattern would help.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E4CBF-555A-45C4-A852-3764D31F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5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51FD0-E98B-4C18-A7B6-5D9896D5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6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D6E5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601E3-4489-48F5-B8BF-07606A0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24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Test local detuning controls and noise robustness, then compile the same transparent workflow for Pasqal hardware when access is available.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A79C9-2405-484A-A5CB-24165A57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68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A4B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EA4BA"/>
                </a:solidFill>
                <a:latin typeface="Arial"/>
                <a:ea typeface="Arial"/>
                <a:cs typeface="Arial"/>
              </a:rPr>
              <a:t>No cloud or QPU execution claimed</a:t>
            </a:r>
          </a:p>
        </p:txBody>
      </p:sp>
    </p:spTree>
    <p:extLst>
      <p:ext uri="{BB962C8B-B14F-4D97-AF65-F5344CB8AC3E}">
        <p14:creationId xmlns:p14="http://schemas.microsoft.com/office/powerpoint/2010/main" val="456942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2026-10-12T05:33:04.3530000Z</dcterms:created>
  <dcterms:modified xsi:type="dcterms:W3CDTF">2026-10-12T05:33:04.3540000Z</dcterms:modified>
</coreProperties>
</file>